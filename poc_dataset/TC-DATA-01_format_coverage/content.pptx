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데이터 보존정책 안내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개정일: 2026-08-01 | 적용 부서: IT운영팀 | 문의처: it-ops@example.com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정책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정책은 백업 스냅샷의 최소 보존 기간을 정의합니다.</a:t>
            </a:r>
          </a:p>
          <a:p>
            <a:r>
              <a:t>보존 기간이 경과한 스냅샷은 자동으로 삭제됩니다.</a:t>
            </a:r>
          </a:p>
          <a:p>
            <a:r>
              <a:t>예외가 필요한 경우 IT운영팀에 사전 승인을 요청해야 합니다.</a:t>
            </a:r>
          </a:p>
          <a:p>
            <a:r>
              <a:t>현재 스냅샷 보존 기간은 90일입니다.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보존 기간 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보존기간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담당부서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스냅샷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IT운영팀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보안팀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아카이브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365일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데이터관리팀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